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46" d="100"/>
          <a:sy n="46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0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8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7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1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14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4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8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1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8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8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A55E7-4859-4539-AC5A-F35C25B89B74}" type="datetimeFigureOut">
              <a:rPr lang="en-US" smtClean="0"/>
              <a:t>4/29/2015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7724E-EE4F-48CC-B7EF-BC480A55C2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1800" dirty="0"/>
              <a:t>409-52-2002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>002 09 2345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>409-52-2002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>002 09 2345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409-52-2002 </a:t>
            </a:r>
            <a:endParaRPr lang="en-US" dirty="0"/>
          </a:p>
          <a:p>
            <a:r>
              <a:rPr lang="en-IN" dirty="0"/>
              <a:t>002 09 2345 </a:t>
            </a:r>
            <a:endParaRPr lang="en-US" dirty="0"/>
          </a:p>
          <a:p>
            <a:r>
              <a:rPr lang="en-IN" dirty="0"/>
              <a:t>409-52-2002 </a:t>
            </a:r>
            <a:endParaRPr lang="en-US" dirty="0"/>
          </a:p>
          <a:p>
            <a:r>
              <a:rPr lang="en-IN" dirty="0"/>
              <a:t>002 09 2345 </a:t>
            </a:r>
            <a:endParaRPr lang="en-US" dirty="0"/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6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409-52-2002  002 09 2345  409-52-2002  002 09 2345 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409-52-2002  002 09 2345  409-52-2002  002 09 2345  TOPSECRET </dc:title>
  <dc:creator>abhijit Puranik</dc:creator>
  <cp:lastModifiedBy>abhijit Puranik</cp:lastModifiedBy>
  <cp:revision>2</cp:revision>
  <dcterms:created xsi:type="dcterms:W3CDTF">2015-02-04T11:05:20Z</dcterms:created>
  <dcterms:modified xsi:type="dcterms:W3CDTF">2015-04-29T20:12:40Z</dcterms:modified>
</cp:coreProperties>
</file>